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E5EFF-A9F9-9A67-78D7-93F7417E5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40CDBE8-2448-CCA3-2AEA-AEEB4DBCF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9989E00-F2DC-0607-0B0D-41FD4857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3FEAE29-2F66-207A-A760-26F1A56F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039912B-EA04-EB18-B3EC-21737F3F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666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097B45-0B80-C7D6-26BB-D68F55D6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2B191A-F251-E8E8-C00B-F3639E2A3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4DA38A-2A65-F2A8-4F66-81DF1AF2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FE77413-4EB8-14EF-0840-33D90044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576C065-BF52-62D5-186B-3E0485FE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003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68F41-CAAF-38CB-DF53-64AF21A2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DED3E07-DC79-0E8F-A08D-0C35D0ECF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F2F7C61-6FD1-871B-046B-47F5F1EF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F2DD278-D6EE-7BEA-3117-3BCB7E8F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71C8E6-95A2-3725-35F3-09AE3410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576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A90DE-3B31-D2ED-B9DA-5604056A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B23BF07-805F-512A-1553-AF05F2D44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27E3F31-43E3-C1EA-D85E-8A62C3F5C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AD80DEC-16FF-FDB1-177E-CAF19144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A3A704C-5D68-61C6-7A29-50BE87F4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698910E-8000-0064-CFF1-CA328883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390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C46DB-265A-3325-562A-9C8A5CDA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F93A65E-8F77-36AE-61B1-9642FEE05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882014C-DCFD-3E26-DFCF-595C479D5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50F166-A4DD-4BE1-3D7E-950730F0C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E790D67-76A1-6A3B-238B-8757F0DF0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8F9B1A2-1155-E120-B104-13B5A9D9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37DFD497-B63A-291E-07D4-657A8E70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1F37953-F083-8C97-3A94-D737791E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527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3E03C1-7A05-4530-1EF7-D713C931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8528A86-D460-296F-3FC9-239B65C6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F849FA2-9173-1195-1308-11C3DC28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DD9DEF4-97FF-13B0-22F0-DB8F29C9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0628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276FE9-C1BB-F554-4BE1-9090E79B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C5309DAC-A9E7-C7F6-5AE1-0FAE66DD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56E3568-AAE7-2835-8E6F-B436740B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453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496A70-71ED-BD23-F22B-306CFD5B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0A50687-8867-D34A-1765-D56A1D584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7862326-9BE1-5C95-5FF6-B2C0F5DD5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AF5B770-3A83-DA1E-9284-DFC359DF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E27CE53-FCF1-EDD3-4AE3-929E6755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27D2904-7E0B-0C99-8A72-5B296187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761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F581B3-F5FE-EDED-992D-0471DB64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9DC838B-8D86-E88E-C2F7-4B64130F0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8AB3146-9B9C-06DC-62E6-E08384E85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3291F6B-BEC1-6894-B2CB-BF965C104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CEFF61-A3D6-2B54-097C-9005E2DF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50D0090-F1C9-427D-4AE1-9E0A8F32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37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473842-F4B4-11D7-DCD6-98CEA2EF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95C366D-513A-1033-F306-78AECAA2D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67C3F10-29DE-73C5-DCAE-7540F94F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833F7C1-9B36-D312-59E8-88B673B0C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D31F48A-D79E-137E-058C-97449B593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4932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76F3750-F124-447B-30F8-9F4E2749B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A585387-85BA-C54F-FB3A-71EF48DF3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46E4BF7-063D-68E1-FAE1-0289B9AB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D8B3B84-6752-75DA-47CE-FE1D5350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63F9CA7-B420-A558-2561-A91B63A9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367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FCCBE58-CD2D-69D5-CFBC-194233CD4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4434501-D2A7-BD3E-0DDB-BB138EDB7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EAF0563-5DFC-2C1D-2891-0599998C4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415A9-E2A0-4C7B-9A6D-61BB46D54547}" type="datetimeFigureOut">
              <a:rPr lang="nl-NL" smtClean="0"/>
              <a:t>2-6-2026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F2D4A8B-69B6-6820-984E-F249CDC6D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47BE0ED-DD3A-1A19-1087-AAA481819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25EEF-566F-4A5D-B656-C4C3532408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012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659F8B-F29F-1BD7-27C4-052F4AB787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0430AB8-C335-1122-542A-8440F4B682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985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FB5F1BE-9F00-C5F9-1D49-88CD913B9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443480"/>
            <a:ext cx="5294716" cy="397103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Afbeelding 8">
            <a:extLst>
              <a:ext uri="{FF2B5EF4-FFF2-40B4-BE49-F238E27FC236}">
                <a16:creationId xmlns:a16="http://schemas.microsoft.com/office/drawing/2014/main" id="{35A9090E-C1ED-EC51-F53B-CF46F1FC9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1443482"/>
            <a:ext cx="5294715" cy="397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2229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Breedbeeld</PresentationFormat>
  <Paragraphs>0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Kantoorthema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Tjipke</dc:creator>
  <cp:lastModifiedBy>Tjipke</cp:lastModifiedBy>
  <cp:revision>1</cp:revision>
  <dcterms:created xsi:type="dcterms:W3CDTF">2026-06-02T08:06:43Z</dcterms:created>
  <dcterms:modified xsi:type="dcterms:W3CDTF">2026-06-02T08:10:35Z</dcterms:modified>
</cp:coreProperties>
</file>